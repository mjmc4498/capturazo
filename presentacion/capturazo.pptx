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5F5F7"/>
                </a:solidFill>
                <a:latin typeface="Arial"/>
              </a:rPr>
              <a:t>Capturazo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217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A1A1A6"/>
                </a:solidFill>
                <a:latin typeface="Arial"/>
              </a:rPr>
              <a:t>Tu celular como cámara y micrófono de la computadora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Miguel Mogrovejo · Octubre de 2026</a:t>
            </a:r>
          </a:p>
        </p:txBody>
      </p:sp>
      <p:pic>
        <p:nvPicPr>
          <p:cNvPr id="7" name="Picture 6" descr="phone-en-uso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EL RETO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Verse y oírse bien cuesta más de lo que parece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Cámaras pobres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cámara de la laptop tiene poca resolución, mala luz y un ángulo que no favorece.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Computadoras sin cámara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Muchas de escritorio no tienen cámara ni micrófono, y comprarlos es otro gasto.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Ruido de fondo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micrófono capta el teclado, la calle y el eco de la habitación.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Y el celular, guardado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Tiene la mejor cámara y un buen micrófono, pero no hay una forma simple de usarlos.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celular, convertido en cámara y micrófono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Una extensión de Chrome y una página web: escaneas un QR y tu computadora usa la cámara y el micrófono del celular como si fueran suyos.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instalar nada en el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587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QR abre la cámara en el navegador; no hay apps ni cuentas.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07408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La cámara que quieras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Frontal, trasera, gran angular o teleobjetivo, hasta 1080p.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120640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3834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Directo y cifrado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WebRTC de punto a punto: el video no pasa por servidores.</a:t>
            </a:r>
          </a:p>
        </p:txBody>
      </p:sp>
      <p:pic>
        <p:nvPicPr>
          <p:cNvPr id="15" name="Picture 14" descr="videollamada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532120" cy="3111818"/>
          </a:xfrm>
          <a:prstGeom prst="rect">
            <a:avLst/>
          </a:prstGeom>
        </p:spPr>
      </p:pic>
      <p:pic>
        <p:nvPicPr>
          <p:cNvPr id="16" name="Picture 15" descr="phone-en-uso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2743200"/>
            <a:ext cx="1828659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CÓMO SE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Tres pasos y ya estás en cámara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Escanea el código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Haz clic en el ícono de Capturazo (o Alt+Shift+C) y apunta la cámara del celular al QR.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1839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Toca «Empezar»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Permite la cámara y el micrófono en el celular y elige la cámara y el modo del micrófono.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Elige Capturazo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En tu videollamada elige «Capturazo · Cámara del celular» y «Capturazo · Micrófono del celular».</a:t>
            </a:r>
          </a:p>
        </p:txBody>
      </p:sp>
      <p:pic>
        <p:nvPicPr>
          <p:cNvPr id="17" name="Picture 16" descr="popup-qr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463040"/>
            <a:ext cx="3807429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CÁMARAS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Elige la cámara que mejor te muestra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Todas las cámaras del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Frontal, trasera, gran angular, ultra gran angular y teleobjetivo.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626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Nombres claros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También en Android, donde el sistema las llama «camera2 0, facing back».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Girar con un toque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Pasa de la frontal a la trasera sin cortar la llamada.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2569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Calidad a elección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480p, 720p o 1080p, a 24, 30 o 60 cuadros por segundo.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5721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Linterna y espejo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218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Enciende la luz del celular y mira la vista previa en espejo.</a:t>
            </a:r>
          </a:p>
        </p:txBody>
      </p:sp>
      <p:pic>
        <p:nvPicPr>
          <p:cNvPr id="20" name="Picture 19" descr="phone-en-uso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48640"/>
            <a:ext cx="2742989" cy="5760720"/>
          </a:xfrm>
          <a:prstGeom prst="rect">
            <a:avLst/>
          </a:prstGeom>
        </p:spPr>
      </p:pic>
      <p:pic>
        <p:nvPicPr>
          <p:cNvPr id="21" name="Picture 20" descr="phone-ajustes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548640"/>
            <a:ext cx="2742989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MICRÓFONO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Normal o con reducción de ruido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Reducción de ruido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Supresión de ruido, cancelación de eco y volumen parejo: ideal para hablar.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626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filtros: para música, instrumentos o el sonido del ambiente.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Cambia 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Desde el celular, el panel o el visor; la llamada sigue sin cortes.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2569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Elige el micrófono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del celular o unos audífonos conectados a él.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15721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Medidor de nivel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218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Sabes en todo momento que se te está escuchando.</a:t>
            </a:r>
          </a:p>
        </p:txBody>
      </p:sp>
      <p:pic>
        <p:nvPicPr>
          <p:cNvPr id="20" name="Picture 19" descr="phone-en-uso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548640"/>
            <a:ext cx="2742989" cy="5760720"/>
          </a:xfrm>
          <a:prstGeom prst="rect">
            <a:avLst/>
          </a:prstGeom>
        </p:spPr>
      </p:pic>
      <p:pic>
        <p:nvPicPr>
          <p:cNvPr id="21" name="Picture 20" descr="phone-norma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548640"/>
            <a:ext cx="2742989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EN TUS VIDEOLLAMADAS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Aparece junto a tus cámaras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En la lista del sitio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«Capturazo · Cámara del celular» y «Capturazo · Micrófono del celular».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5409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Activa sitio por sitio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186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Un clic en el panel; o todos los sitios a la vez.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770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cortes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 el celular se reconecta o apaga la cámara, el sitio ve una imagen de espera.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70001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17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Computadoras sin cámara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646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sitio puede recibir el celular en su lugar.</a:t>
            </a:r>
          </a:p>
        </p:txBody>
      </p:sp>
      <p:pic>
        <p:nvPicPr>
          <p:cNvPr id="17" name="Picture 16" descr="videollamada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6304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EL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bajo control desde la computadora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Vista previa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La cámara del celular, con su resolución y cuadros por segundo.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Control remoto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Cambia de cámara, enciende o apaga cámara y micrófono y elige el modo.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Sitios en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Ves qué sitio usa el celular; el celular también lo muestra.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Varios celulares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Elige cuál está al aire, o desconecta a cualquiera.</a:t>
            </a:r>
          </a:p>
        </p:txBody>
      </p:sp>
      <p:pic>
        <p:nvPicPr>
          <p:cNvPr id="17" name="Picture 16" descr="popup-viv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457200"/>
            <a:ext cx="3676166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FOTOS Y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Captura con un toque, desde donde estés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Fotos con el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A la resolución de la cámara, en JPG o PNG.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Grabación con sonido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MP4 o WebM, con el micrófono del celular.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Desde cualquier 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Botones en el celular, el panel y el visor.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Directo a la computadora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Todo se guarda en Descargas › Capturazo.</a:t>
            </a:r>
          </a:p>
        </p:txBody>
      </p:sp>
      <p:pic>
        <p:nvPicPr>
          <p:cNvPr id="17" name="Picture 16" descr="phone-grabando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548640"/>
            <a:ext cx="2742989" cy="5760720"/>
          </a:xfrm>
          <a:prstGeom prst="rect">
            <a:avLst/>
          </a:prstGeom>
        </p:spPr>
      </p:pic>
      <p:pic>
        <p:nvPicPr>
          <p:cNvPr id="18" name="Picture 17" descr="popup-grabando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097280"/>
            <a:ext cx="314106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EL 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La cámara, en grande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Pantalla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Espejo, girar y llenar la ventana.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0837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Para OBS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controles se ocultan solos: captura la ventana limpia.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85615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Escuchar el micrófono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02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Y enviarlo a otra salida de audio.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62856"/>
            <a:ext cx="109728" cy="10972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Atajos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F pantalla completa, P foto, R grabar, M espejo, H ocultar.</a:t>
            </a:r>
          </a:p>
        </p:txBody>
      </p:sp>
      <p:pic>
        <p:nvPicPr>
          <p:cNvPr id="17" name="Picture 16" descr="visor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6304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Una conexión directa y cifrada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Página web: abre la cámara y el micrófono elegidos y los envía por WebRTC.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Extensión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Recibe la señal y la reparte dentro de la computadora con conexiones locales.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Sitios y 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videollamada ve «Capturazo · Cámara del celular»; el visor la muestra en grande.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94760" y="3063240"/>
            <a:ext cx="685800" cy="411480"/>
          </a:xfrm>
          <a:prstGeom prst="rightArrow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680960" y="3063240"/>
            <a:ext cx="685800" cy="411480"/>
          </a:xfrm>
          <a:prstGeom prst="rightArrow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WebRTC cifrado de punto a punto · unos 35–40 ms de punta a punta · el video no espera al audio · sin búfer extra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02920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22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53035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cortes por diseño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742431"/>
            <a:ext cx="5760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sitio recibe pistas propias que siguen vivas aunque el celular se reconecte o cambie de cámara.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cámara, bajo tu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cuentas ni analítica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Capturazo no recopila datos personales, no muestra anuncios y no usa cookies.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Siempre a la vista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celular y el panel muestran qué sitio usa la cámara en cada momento.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Sitios a pedido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acceso es opcional: lo das sitio por sitio y lo quitas cuando quieras.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Código QR con clave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 clave viaja en el fragmento # y se renueva en cada sesión.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1EC8FF"/>
                </a:solidFill>
                <a:latin typeface="Arial"/>
              </a:rPr>
              <a:t>ESTADO · VERSIÓN 1.0.1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Listo para publicar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43 comprobaciones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Extensión y celular reales conectados, videollamada en HD con sonido, foto, grabación, visor y reconexión.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Paquete listo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dist/capturazo-1.0.1.zip para la Chrome Web Store, con permisos mínimos y acceso a sitios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31720"/>
            <a:ext cx="384048" cy="384048"/>
          </a:xfrm>
          <a:prstGeom prst="ellipse">
            <a:avLst/>
          </a:prstGeom>
          <a:solidFill>
            <a:srgbClr val="1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Ficha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Textos, 5 capturas, 2 mosaicos, política de privacidad y justificación de cada permiso.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La página del celular ya está publicada en mjmc4498.github.io/capturazo. Siguiente paso: subir el ZIP 1.0.1 en el panel del desarrollador.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5F5F7"/>
                </a:solidFill>
                <a:latin typeface="Arial"/>
              </a:rPr>
              <a:t>¡Captúralo todo!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A1A1A6"/>
                </a:solidFill>
                <a:latin typeface="Arial"/>
              </a:rPr>
              <a:t>Escanea el QR y usa la cámara y el micrófono de tu celular en tu computadora.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2000" b="0">
                <a:solidFill>
                  <a:srgbClr val="A1A1A6"/>
                </a:solidFill>
                <a:latin typeface="Arial"/>
              </a:rPr>
              <a:t>mjmc4498.github.io/capturazo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Creado por Miguel Mogrovejo</a:t>
            </a:r>
          </a:p>
        </p:txBody>
      </p:sp>
      <p:pic>
        <p:nvPicPr>
          <p:cNvPr id="7" name="Picture 6" descr="phone-norma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